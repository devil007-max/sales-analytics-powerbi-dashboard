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690C-298F-414A-88B4-12F6CD2232F6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7FBB5-EEC0-4FAE-BE44-ADF2A660F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50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7FBB5-EEC0-4FAE-BE44-ADF2A660F2F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046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divyam-mahant-61020937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E7D3-EDF8-13F7-6B8E-C421475CB1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0" dirty="0">
                <a:latin typeface="Arial" panose="020B0604020202020204" pitchFamily="34" charset="0"/>
                <a:cs typeface="Arial" panose="020B0604020202020204" pitchFamily="34" charset="0"/>
              </a:rPr>
              <a:t>Sales Analytics Dashboard — Power BI Project</a:t>
            </a:r>
            <a:endParaRPr lang="en-IN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1B91D2-5E8C-4728-77F0-FCEDF3EA4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952805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By: </a:t>
            </a:r>
            <a:r>
              <a:rPr lang="en-IN" i="1" dirty="0"/>
              <a:t>Divyam Mahant				</a:t>
            </a:r>
            <a:r>
              <a:rPr lang="en-US" dirty="0"/>
              <a:t>Tools Used: Power BI, DAX, Data Modeling, Data Visualization</a:t>
            </a:r>
            <a:r>
              <a:rPr lang="en-IN" i="1" dirty="0"/>
              <a:t>		</a:t>
            </a:r>
            <a:br>
              <a:rPr lang="en-IN" i="1" dirty="0"/>
            </a:br>
            <a:br>
              <a:rPr lang="en-IN" i="1" dirty="0"/>
            </a:br>
            <a:r>
              <a:rPr lang="en-IN" dirty="0"/>
              <a:t>Mentor: </a:t>
            </a:r>
            <a:r>
              <a:rPr lang="en-IN" dirty="0" err="1"/>
              <a:t>CoachX.live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40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B28F-ADAF-A564-77B4-DAB7131E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F932A-91A9-1916-C5FC-D9B54492A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sales performance across categories, customers, regions, and shipping modes, and provide insights to improve overall profitability and business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0221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5D7FDE-4819-144A-F85F-3428D765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latin typeface="Arial" panose="020B0604020202020204" pitchFamily="34" charset="0"/>
                <a:cs typeface="Arial" panose="020B0604020202020204" pitchFamily="34" charset="0"/>
              </a:rPr>
              <a:t>Dataset Description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41CF95-F77C-6465-3CCA-B984DDCAB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2353" y="1498465"/>
            <a:ext cx="6262686" cy="32735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D862E5-0814-60B8-6576-EE13DE76F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Orders dataset including Sales, Profit, Discount, Quantity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Regions, 3 Customer Segments, 17 Sub-Categories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period: Multiple years of business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100% clean data → no missing values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6003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8B01-16D8-40A3-3F9A-64D8F8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latin typeface="Arial" panose="020B0604020202020204" pitchFamily="34" charset="0"/>
                <a:cs typeface="Arial" panose="020B0604020202020204" pitchFamily="34" charset="0"/>
              </a:rPr>
              <a:t>Data Overview Insights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CCB17C-C6A2-EC05-7A20-96BB882C2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8446" y="1595477"/>
            <a:ext cx="6251575" cy="32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4F81C-1AEB-ADBA-9EDB-54A387612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West region generates highest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Consumer segment has maximum order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Phones and Chairs highest selling sub-categories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Steady yearly growth visible in sales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Profit varies strongly between product types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54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8508-0E04-F4F3-FCE1-4822BBC3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Sales Insights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D863C5-61AA-90C8-E922-F6236CE60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163" y="1448365"/>
            <a:ext cx="6251575" cy="341040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9113C-D78C-6A4F-7C8E-B544DA348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Technology leads in both sales &amp; profit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Furniture high sales but low profit → costing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West region #1 in revenue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Central &amp; South need focus to improve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products generate revenue but low profit → discount impact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583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F3EE-14A3-DF85-16C8-5002CB3F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latin typeface="Arial" panose="020B0604020202020204" pitchFamily="34" charset="0"/>
                <a:cs typeface="Arial" panose="020B0604020202020204" pitchFamily="34" charset="0"/>
              </a:rPr>
              <a:t>Customer Insights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44EE21-7839-1E28-7BEE-1572F9CA9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163" y="1466327"/>
            <a:ext cx="6251575" cy="337448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A5513-A55A-2826-2C40-C849ED843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customers: Sean Miller &amp; Tamara Chand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Consumer segment = major revenue contributor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Corporate segment shows strong profit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High-value customers concentrated in specific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Office = smallest contributor → opportunity for growth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363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3995-FB01-810B-4FD5-C4300A067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latin typeface="Arial" panose="020B0604020202020204" pitchFamily="34" charset="0"/>
                <a:cs typeface="Arial" panose="020B0604020202020204" pitchFamily="34" charset="0"/>
              </a:rPr>
              <a:t>Shipping &amp; Discount Insights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AB56CC-A742-144F-2AA5-CF748BF25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163" y="1549546"/>
            <a:ext cx="6251575" cy="320804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0D81F-81BC-F2B6-41D2-FCC5548AE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Class dominates in Sales &amp; Profit → customer preference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Day &amp; First Class shipping cost reduces profit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discounts → significant drop in profit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0–10% discount slab generates maximum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Central region gives maximum discounts</a:t>
            </a:r>
          </a:p>
        </p:txBody>
      </p:sp>
    </p:spTree>
    <p:extLst>
      <p:ext uri="{BB962C8B-B14F-4D97-AF65-F5344CB8AC3E}">
        <p14:creationId xmlns:p14="http://schemas.microsoft.com/office/powerpoint/2010/main" val="2092039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F271-98F6-1E89-2A95-AB3ACAF71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latin typeface="Arial" panose="020B0604020202020204" pitchFamily="34" charset="0"/>
                <a:cs typeface="Arial" panose="020B0604020202020204" pitchFamily="34" charset="0"/>
              </a:rPr>
              <a:t>Forecast &amp; Predictive Insights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1C95CD-C968-1CAA-D2DA-3A833EC05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163" y="1487454"/>
            <a:ext cx="6251575" cy="333223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3ECE8-F92A-C5C9-8100-BBE7B8B04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forecast predicts continuous business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Profit forecast shows improvement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drivers of profit = Discount, Sub-Category &amp;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AI-based influencers help in cost optimization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293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93CD4-EDB9-BD55-A64A-A51658F68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6686A-8160-E53F-BA70-FB42A9986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discounts on low-profit items</a:t>
            </a:r>
          </a:p>
          <a:p>
            <a:r>
              <a:rPr lang="en-US" dirty="0"/>
              <a:t>Improve furniture pricing or sourcing cost</a:t>
            </a:r>
          </a:p>
          <a:p>
            <a:r>
              <a:rPr lang="en-US" dirty="0"/>
              <a:t>Expand attractive offers in South &amp; Central</a:t>
            </a:r>
          </a:p>
          <a:p>
            <a:r>
              <a:rPr lang="en-US" dirty="0"/>
              <a:t>Promote Standard Class as cost-effective shipping</a:t>
            </a:r>
          </a:p>
          <a:p>
            <a:r>
              <a:rPr lang="en-US" dirty="0"/>
              <a:t>Target high-value customers for retention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314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7611D-46E1-2BDC-D515-872D60EA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E4B96-E651-090D-D209-FCDD79D6D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dashboard provides a 360° view of business performance, enabling leadership to focus on profitable products, optimize discount strategy, and improve shipping efficiency for higher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543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BC7FEA-4180-DC01-D40D-FBDA2C4B0B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You…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42E0BC4-C5AE-4996-C1C3-81AF8D7B0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2772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By : Divyam Mahant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LinkedIn — </a:t>
            </a:r>
            <a:r>
              <a:rPr lang="en-IN" dirty="0" err="1">
                <a:hlinkClick r:id="rId3"/>
              </a:rPr>
              <a:t>linkedin</a:t>
            </a:r>
            <a:r>
              <a:rPr lang="en-IN" dirty="0">
                <a:hlinkClick r:id="rId3"/>
              </a:rPr>
              <a:t> Profile</a:t>
            </a:r>
            <a:endParaRPr lang="en-US" i="1" dirty="0"/>
          </a:p>
          <a:p>
            <a:r>
              <a:rPr lang="en-IN" dirty="0"/>
              <a:t>Email — divyammahant13@gmail.com</a:t>
            </a:r>
          </a:p>
        </p:txBody>
      </p:sp>
    </p:spTree>
    <p:extLst>
      <p:ext uri="{BB962C8B-B14F-4D97-AF65-F5344CB8AC3E}">
        <p14:creationId xmlns:p14="http://schemas.microsoft.com/office/powerpoint/2010/main" val="16117949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{C096A4A5-6EDE-454E-985A-A0D40BD28DA6}tf03457503</Template>
  <TotalTime>16</TotalTime>
  <Words>373</Words>
  <Application>Microsoft Office PowerPoint</Application>
  <PresentationFormat>Widescreen</PresentationFormat>
  <Paragraphs>50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2</vt:lpstr>
      <vt:lpstr>Quotable</vt:lpstr>
      <vt:lpstr>Sales Analytics Dashboard — Power BI Project</vt:lpstr>
      <vt:lpstr>Problem Statement</vt:lpstr>
      <vt:lpstr>Dataset Description</vt:lpstr>
      <vt:lpstr>Data Overview Insights</vt:lpstr>
      <vt:lpstr>Sales Insights</vt:lpstr>
      <vt:lpstr>Customer Insights</vt:lpstr>
      <vt:lpstr>Shipping &amp; Discount Insights</vt:lpstr>
      <vt:lpstr>Forecast &amp; Predictive Insights</vt:lpstr>
      <vt:lpstr>Business Recommendations</vt:lpstr>
      <vt:lpstr>Conclusion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Divyam Mahant</dc:creator>
  <cp:lastModifiedBy>Divyam Mahant</cp:lastModifiedBy>
  <cp:revision>1</cp:revision>
  <dcterms:created xsi:type="dcterms:W3CDTF">2025-12-05T13:03:28Z</dcterms:created>
  <dcterms:modified xsi:type="dcterms:W3CDTF">2025-12-05T13:20:19Z</dcterms:modified>
</cp:coreProperties>
</file>